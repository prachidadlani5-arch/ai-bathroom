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78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0"/>
            <a:ext cx="7620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0" y="0"/>
            <a:ext cx="381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1047750"/>
            <a:ext cx="666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KOHLER   ·   PHASE 2 CASE STUDY</a:t>
            </a:r>
            <a:endParaRPr lang="en-US" sz="1425" dirty="0"/>
          </a:p>
        </p:txBody>
      </p:sp>
      <p:sp>
        <p:nvSpPr>
          <p:cNvPr id="5" name="Text 1"/>
          <p:cNvSpPr/>
          <p:nvPr/>
        </p:nvSpPr>
        <p:spPr>
          <a:xfrm>
            <a:off x="1143000" y="1714500"/>
            <a:ext cx="9144000" cy="134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From Bathroom Requirements to a Complete 3D Design</a:t>
            </a:r>
            <a:endParaRPr lang="en-US" sz="51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4476750"/>
            <a:ext cx="857250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3000" y="4762500"/>
            <a:ext cx="857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a bathroom means balancing room dimensions, budget, product compatibility, aesthetics, and functional needs — all at once.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1143000" y="6096000"/>
            <a:ext cx="85725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5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KOHLER AI Bathroom Designer &amp; Planner is an interactive assistant that guides you from your inputs — room dimensions, budget, design style and constraints — through a recommendation engine to an optimized product bundle and a fully interactive 3D bathroom with natural-language refinement.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143000" y="8572500"/>
            <a:ext cx="8953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→ RECOMMENDATION ENGINE → OPTIMIZED BUNDLE → INTERACTIVE 3D → NL REFINEMENT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143000" y="9620250"/>
            <a:ext cx="190500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9A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04</a:t>
            </a:r>
            <a:endParaRPr lang="en-US" sz="112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9934" y="2381250"/>
            <a:ext cx="7048500" cy="36195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0" y="6667500"/>
            <a:ext cx="3381375" cy="76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201400" y="6838950"/>
            <a:ext cx="29527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DIMENSIONS</a:t>
            </a:r>
            <a:endParaRPr lang="en-US" sz="975" dirty="0"/>
          </a:p>
        </p:txBody>
      </p:sp>
      <p:sp>
        <p:nvSpPr>
          <p:cNvPr id="14" name="Text 7"/>
          <p:cNvSpPr/>
          <p:nvPr/>
        </p:nvSpPr>
        <p:spPr>
          <a:xfrm>
            <a:off x="11201400" y="7048500"/>
            <a:ext cx="29527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 × 9 ft</a:t>
            </a:r>
            <a:endParaRPr lang="en-US" sz="16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5625" y="6667500"/>
            <a:ext cx="3381375" cy="762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773275" y="6838950"/>
            <a:ext cx="29527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975" dirty="0"/>
          </a:p>
        </p:txBody>
      </p:sp>
      <p:sp>
        <p:nvSpPr>
          <p:cNvPr id="17" name="Text 9"/>
          <p:cNvSpPr/>
          <p:nvPr/>
        </p:nvSpPr>
        <p:spPr>
          <a:xfrm>
            <a:off x="14773275" y="7048500"/>
            <a:ext cx="29527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₹4,00,000</a:t>
            </a:r>
            <a:endParaRPr lang="en-US" sz="16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0" y="7562850"/>
            <a:ext cx="3381375" cy="7620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201400" y="7734300"/>
            <a:ext cx="29527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8A6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BATHTUB</a:t>
            </a:r>
            <a:endParaRPr lang="en-US" sz="975" dirty="0"/>
          </a:p>
        </p:txBody>
      </p:sp>
      <p:sp>
        <p:nvSpPr>
          <p:cNvPr id="20" name="Text 11"/>
          <p:cNvSpPr/>
          <p:nvPr/>
        </p:nvSpPr>
        <p:spPr>
          <a:xfrm>
            <a:off x="11201400" y="7943850"/>
            <a:ext cx="2952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Yes, if space allows</a:t>
            </a:r>
            <a:endParaRPr lang="en-US" sz="15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625" y="7562850"/>
            <a:ext cx="3381375" cy="7620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4773275" y="7734300"/>
            <a:ext cx="295275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8A6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OUTLET</a:t>
            </a:r>
            <a:endParaRPr lang="en-US" sz="975" dirty="0"/>
          </a:p>
        </p:txBody>
      </p:sp>
      <p:sp>
        <p:nvSpPr>
          <p:cNvPr id="23" name="Text 13"/>
          <p:cNvSpPr/>
          <p:nvPr/>
        </p:nvSpPr>
        <p:spPr>
          <a:xfrm>
            <a:off x="14773275" y="7943850"/>
            <a:ext cx="2952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Available near toilet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10953750" y="8591550"/>
            <a:ext cx="70485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97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STARTING POINT — YOUR SPACE, BUDGET &amp; CONSTRAINTS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3335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Constraint-Aware Recommendation Engine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1600200"/>
            <a:ext cx="762000" cy="381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00250"/>
            <a:ext cx="4000500" cy="4286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47800" y="2286000"/>
            <a:ext cx="34290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447800" y="2762250"/>
            <a:ext cx="3429000" cy="2124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 — room width + depth</a:t>
            </a:r>
            <a:endParaRPr lang="en-US" sz="1350" dirty="0"/>
          </a:p>
          <a:p>
            <a:pPr marL="342900" indent="-342900" algn="l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— user-defined INR limit</a:t>
            </a:r>
            <a:endParaRPr lang="en-US" sz="1350" dirty="0"/>
          </a:p>
          <a:p>
            <a:pPr marL="342900" indent="-342900" algn="l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— Minimalist Modern, Classic Luxury, Japanese Zen, Scandinavian Spa, Industrial Loft, Art Deco Glam, Coastal Casual</a:t>
            </a:r>
            <a:endParaRPr lang="en-US" sz="1350" dirty="0"/>
          </a:p>
          <a:p>
            <a:pPr marL="342900" indent="-342900" algn="l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 — bathtub requirement, power availability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0" y="2000250"/>
            <a:ext cx="6904866" cy="19533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29300" y="2266950"/>
            <a:ext cx="6667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30-PRODUCT STRUCTURED CATALOG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829300" y="2667000"/>
            <a:ext cx="6667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Categories: Toilets · Showers / Bathtubs · Vanities · Faucets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829300" y="3048000"/>
            <a:ext cx="6667500" cy="466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6D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product carries price, dimensions, quality, theme compatibility and functional compatibility attributes.</a:t>
            </a:r>
            <a:endParaRPr lang="en-US" sz="127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4238625"/>
            <a:ext cx="6904869" cy="19533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29300" y="4495800"/>
            <a:ext cx="6667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— EXHAUSTIVE COMBINATION SEARCH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829300" y="4933950"/>
            <a:ext cx="6667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Final Score = Quality + Theme Fit + Value − Budget Penalty − Space Penalty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5829300" y="5695950"/>
            <a:ext cx="6667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and space act as scoring constraints — penalized, never ignored.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6858000"/>
            <a:ext cx="5076825" cy="2381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47800" y="7124700"/>
            <a:ext cx="44767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VALUE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1447800" y="7620000"/>
            <a:ext cx="447675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Cost-conscious bundle that maximizes value while staying well within budget.</a:t>
            </a:r>
            <a:endParaRPr lang="en-US" sz="13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6858000"/>
            <a:ext cx="5076825" cy="23812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05625" y="7124700"/>
            <a:ext cx="44767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BALANCED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6905625" y="7620000"/>
            <a:ext cx="447675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profile weighing quality and cost for the strongest all-round design.</a:t>
            </a:r>
            <a:endParaRPr lang="en-US" sz="13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58650" y="6858000"/>
            <a:ext cx="5086350" cy="23812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363450" y="7124700"/>
            <a:ext cx="447675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7C99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LUXURY</a:t>
            </a:r>
            <a:endParaRPr lang="en-US" sz="1650" dirty="0"/>
          </a:p>
        </p:txBody>
      </p:sp>
      <p:sp>
        <p:nvSpPr>
          <p:cNvPr id="24" name="Text 14"/>
          <p:cNvSpPr/>
          <p:nvPr/>
        </p:nvSpPr>
        <p:spPr>
          <a:xfrm>
            <a:off x="12363450" y="7620000"/>
            <a:ext cx="447675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quality focus, prioritizing top-tier products for a high-end result.</a:t>
            </a:r>
            <a:endParaRPr lang="en-US" sz="13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908F2E8-F3D8-A27B-F551-B3E8CD3B30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96800" y="2094774"/>
            <a:ext cx="5192389" cy="41917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8572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INTERACTIVE 3D EXPERIENCE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952500" y="914400"/>
            <a:ext cx="9525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Design, Visualize &amp; Refine</a:t>
            </a:r>
            <a:endParaRPr lang="en-US" sz="4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0" y="1905000"/>
            <a:ext cx="5238750" cy="2571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01550" y="2152650"/>
            <a:ext cx="4667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VISUALIZATION · REACT THREE FIBER + THREE.JS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12401550" y="2533650"/>
            <a:ext cx="466725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275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Cameras — Orbit, Wide, Vanity, Shower</a:t>
            </a:r>
            <a:endParaRPr lang="en-US" sz="1275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275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Elements — toilet, vanity, faucet, shower/bathtub, mirror, lighting</a:t>
            </a:r>
            <a:endParaRPr lang="en-US" sz="1275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275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Theme-dependent room appearance</a:t>
            </a:r>
            <a:endParaRPr lang="en-US" sz="1275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275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export</a:t>
            </a:r>
            <a:endParaRPr lang="en-US" sz="127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0" y="4667250"/>
            <a:ext cx="5238750" cy="2952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01550" y="4914900"/>
            <a:ext cx="466725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REFINEMENT</a:t>
            </a:r>
            <a:endParaRPr lang="en-US" sz="1125" dirty="0"/>
          </a:p>
        </p:txBody>
      </p:sp>
      <p:sp>
        <p:nvSpPr>
          <p:cNvPr id="10" name="Text 5"/>
          <p:cNvSpPr/>
          <p:nvPr/>
        </p:nvSpPr>
        <p:spPr>
          <a:xfrm>
            <a:off x="12401550" y="5257800"/>
            <a:ext cx="46672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i="1" dirty="0">
                <a:solidFill>
                  <a:srgbClr val="E7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“Make it more luxurious”   “Add a tub”   “Go industrial”   “Increase budget by 20%”   “Don't cross ₹2L”</a:t>
            </a:r>
            <a:endParaRPr lang="en-US" sz="1275" dirty="0"/>
          </a:p>
        </p:txBody>
      </p:sp>
      <p:sp>
        <p:nvSpPr>
          <p:cNvPr id="11" name="Text 6"/>
          <p:cNvSpPr/>
          <p:nvPr/>
        </p:nvSpPr>
        <p:spPr>
          <a:xfrm>
            <a:off x="12401550" y="6305550"/>
            <a:ext cx="466725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→ Intent Extraction → Updated Constraints → Re-run Optimizer → Updated 3D Design</a:t>
            </a:r>
            <a:endParaRPr lang="en-US" sz="1125" dirty="0"/>
          </a:p>
        </p:txBody>
      </p:sp>
      <p:sp>
        <p:nvSpPr>
          <p:cNvPr id="12" name="Text 7"/>
          <p:cNvSpPr/>
          <p:nvPr/>
        </p:nvSpPr>
        <p:spPr>
          <a:xfrm>
            <a:off x="12401550" y="7162800"/>
            <a:ext cx="46672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F8B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· fast · deterministic · explainable · no external API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952500" y="7886700"/>
            <a:ext cx="1066800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 →  RECOMMENDATION  →  3D DESIGN  →  REFINEMENT</a:t>
            </a:r>
            <a:endParaRPr lang="en-US" sz="112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23E5D1-FEEB-DCEA-C1AC-049185302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771650"/>
            <a:ext cx="10668000" cy="5951535"/>
          </a:xfrm>
          <a:prstGeom prst="rect">
            <a:avLst/>
          </a:prstGeom>
        </p:spPr>
      </p:pic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367F0CC4-A4CD-6EB0-8BE4-84DF783CD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73" y="8251830"/>
            <a:ext cx="2816304" cy="14462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CBEF13-2DBC-5B19-8274-A252E3319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872" y="8248651"/>
            <a:ext cx="2672542" cy="14668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C183CC5-E5D3-38C5-30E2-CA6DEF05C3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7809" y="8229774"/>
            <a:ext cx="2601961" cy="14665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F106C68-BDAE-6514-D490-24D9AC509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9165" y="8229774"/>
            <a:ext cx="2370077" cy="1474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524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From Prototype to a Scalable Bathroom Design Platform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1428750"/>
            <a:ext cx="762000" cy="381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809750"/>
            <a:ext cx="5334000" cy="5905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47800" y="2057400"/>
            <a:ext cx="476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PROTOTYPE DELIVERS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447800" y="2457450"/>
            <a:ext cx="4762500" cy="2219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30-product structured catalog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design themes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optimized solution profiles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3D visualization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refinement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&amp; space-aware recommendations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optimization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454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export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5600700"/>
            <a:ext cx="2286000" cy="18573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5600700"/>
            <a:ext cx="2286000" cy="185737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1809750"/>
            <a:ext cx="4953000" cy="59055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972300" y="2057400"/>
            <a:ext cx="4381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8D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6972300" y="2552700"/>
            <a:ext cx="4381500" cy="2638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React + Vite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↓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Zustand State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↓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Optimization Engine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↓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React Three Fiber + Three.js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↓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Interactive 3D Experience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6972300" y="6953250"/>
            <a:ext cx="4381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D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Also: JavaScript · Tailwind CSS · Lucide React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0" y="1809750"/>
            <a:ext cx="5334000" cy="59055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115800" y="2057400"/>
            <a:ext cx="476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C9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12115800" y="2457450"/>
            <a:ext cx="4762500" cy="2219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KOHLER product catalog &amp; live data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SKUs and specifications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spatial &amp; collision detection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Plumbing-aware layouts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&amp; floor-plan understanding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LLM-powered design assistant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AI conversation</a:t>
            </a:r>
            <a:endParaRPr lang="en-US" sz="13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350" dirty="0">
                <a:solidFill>
                  <a:srgbClr val="D8D5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Photorealistic &amp; AR / immersive visualization</a:t>
            </a:r>
            <a:endParaRPr lang="en-US" sz="13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8172450"/>
            <a:ext cx="16002000" cy="13335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714500" y="8458200"/>
            <a:ext cx="148590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00" b="1" i="1" dirty="0">
                <a:solidFill>
                  <a:srgbClr val="1C1C1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constraint-aware design assistant that turns bathroom requirements into personalized, visual and actionable product solutions.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511</Words>
  <Application>Microsoft Office PowerPoint</Application>
  <PresentationFormat>Custom</PresentationFormat>
  <Paragraphs>80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Cormorant Garamond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6e8be66a-b2e5-43c4-8640-a63084251823</dc:title>
  <dc:subject>Presentation Export</dc:subject>
  <dc:creator>Design Export</dc:creator>
  <cp:lastModifiedBy>Prachi Dadlani</cp:lastModifiedBy>
  <cp:revision>2</cp:revision>
  <dcterms:created xsi:type="dcterms:W3CDTF">2026-09-20T19:43:06Z</dcterms:created>
  <dcterms:modified xsi:type="dcterms:W3CDTF">2026-09-20T19:52:58Z</dcterms:modified>
</cp:coreProperties>
</file>